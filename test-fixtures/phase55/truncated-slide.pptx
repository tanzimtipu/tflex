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Slide One Title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27432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2"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457200" y="457200"/><a:ext cx="8229600" cy="914400"/></a:xfrm><a:prstGeom prst="rect"><a:avLst></a:avLst></a:prstGeom><a:noFill/><a:ln></a:ln></p:spPr><p:txBody><a:bodyPr wrap="square" rtlCol="0" anchor="ctr"></a:bodyPr><a:lstStyle/><a:p><a:pPr indent="0" marL="0"><a:buNone/></a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2026-09-29T04:09:41Z</dcterms:created>
  <dcterms:modified xsi:type="dcterms:W3CDTF">2026-09-29T04:09:41Z</dcterms:modified>
</cp:coreProperties>
</file>